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60120" y="1572768"/>
            <a:ext cx="10469880" cy="3703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69880" cy="3703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34440" y="1755648"/>
            <a:ext cx="27432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792224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Неделя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Практическое занятие №20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718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Определение МБП и тактики Go‑to‑Market для захвата целевого сегмента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88620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</a:defRPr>
            </a:pPr>
            <a:r>
              <a:t>Команда 4: Кан Артём, Ярошинский Денис, Афонин Егор, Боголепов Максим</a:t>
            </a:r>
          </a:p>
          <a:p>
            <a:pPr>
              <a:defRPr sz="1600">
                <a:solidFill>
                  <a:srgbClr val="4B5563"/>
                </a:solidFill>
              </a:defRPr>
            </a:pPr>
            <a:r>
              <a:t>Неделя выполнения: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1 — Сегмент, сценарий, ценность, первая победа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1527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5349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Пляжный сегмент и сценарий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534924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Сегмент: веб‑студии/продакшены РФ (5–30 человек), проекты для МСБ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ЛПР: тимлид/техдир/аккаунт — отвечает за сроки и риски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Сценарий: срочный типовой проект (CRM/кабинет/каталог/маркетплейс) при ограниченном бюджете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166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16_185_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728216"/>
            <a:ext cx="640080" cy="1527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0" y="14904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Ценность и ‘первая победа’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92808"/>
            <a:ext cx="484632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Ценность: купить проверенную AI‑аудитом кодовую базу вместо разработки с нуля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First value moment (≤30 минут): 3 варианта кода + техпаспорт + шаги запуска → решение ‘берем/не берем’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108813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245_158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42816"/>
            <a:ext cx="640080" cy="1572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4005072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Ключевая формулировка ценности (1 фраза)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07408"/>
            <a:ext cx="1056132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“Покупаю проверенную AI‑аудитом кодовую базу/модуль, чтобы сократить срок разработки типового MVP с месяцев до недель без кота в мешке.”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2 — Гипотезы (6–10) и TOP‑3 риска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64465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2350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Набор гипотез (по блокам)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6126480" cy="24231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Сегмент/доступ: студии отвечают на Telegram‑аутрич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Ценность: AI‑техпаспорт снижает страх ‘плохого кода’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Канал: аутрич быстрее контента/рекламы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Барьеры: права/лицензии и стоимость внедрения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Действие: по лендингу готовы оставить заявку на ‘подбор’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Цена: готовы платить за подбор/аудит 5–15 тыс. ₽ или за код 30–150 тыс. 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325880"/>
            <a:ext cx="42519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239_68_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728216"/>
            <a:ext cx="640080" cy="23500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0" y="1490472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TOP‑3 риска (первый цикл)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892808"/>
            <a:ext cx="3931920" cy="24231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1) Доверие к AI‑аудиту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2) Конверсия в заявку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3) Готовность платить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10881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16_185_1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020056"/>
            <a:ext cx="640080" cy="795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4782312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Критерии проверки (1–2 недели)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84648"/>
            <a:ext cx="10561320" cy="8686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100 контактов → ≥15 ответов → ≥8 созвонов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CR лендинга в заявку ≥3%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Минимум 1 платный пилот/депозит или ≥2 ‘готов платить при условиях X’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3 — Минимальный бизнес‑прототип (МБП)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1618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Формат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4983480" cy="1691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Лендинг + форма заявки + concierge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(ручной подбор/аудит на старте)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325880"/>
            <a:ext cx="54406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16_185_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728216"/>
            <a:ext cx="640080" cy="1618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149047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CTA и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92808"/>
            <a:ext cx="5120640" cy="1691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CTA: ‘Получить 3 варианта кода за 24 часа’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Пользователь получает: 3 кандидата + техпаспорт + шаги запуска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Time‑to‑Value: ≤24 часа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0881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245_158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88536"/>
            <a:ext cx="640080" cy="1527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4050792"/>
            <a:ext cx="10561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Какие данные собираем (форма) — чтобы проверять гипотезы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53128"/>
            <a:ext cx="1056132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Контакт (TG/почта), тип проекта, стек, срок до демо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Бюджет (диапазон), юр. требования (права/договор), главный барьер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4 — Позиционирование и сообщение (A/B)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1024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Ключевое отличие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50749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Не просто ‘код’, а: код + AI‑аудит + техпаспорт внедрения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(качество/риски/запуск) до сделки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245_158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728216"/>
            <a:ext cx="640080" cy="1024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14904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С чем конкурируем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92808"/>
            <a:ext cx="50292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Писать с нуля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Искать на GitHub/в чатах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Купить скрипт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Сгенерировать через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53949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16_185_1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3739896"/>
            <a:ext cx="640080" cy="20756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350215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Message A (скорость)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04488"/>
            <a:ext cx="5074920" cy="21488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Заголовок: ‘Запустите MVP за 2 недели, а не за 2 месяца’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• 3 варианта за 24 часа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• AI‑техпаспорт рисков/внедрения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• Документы под B2B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7560"/>
            <a:ext cx="53492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glow_239_68_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739896"/>
            <a:ext cx="640080" cy="20756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350215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Message B (снижение риска)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04488"/>
            <a:ext cx="5029200" cy="21488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Заголовок: ‘Купите код без кота в мешке’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• Оценка рисков и зависимостей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• Сценарий внедрения до демо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• Безопасная сделка и права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5 — Каналы 1‑й волны (2–3)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19656"/>
            <a:ext cx="640080" cy="3904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5819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Канал 1 — Telegram аутрич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3200400" cy="3977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Почему доступен: ЛПР в чатах, быстрый фидбек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Доставка: ЛС + ссылка на лендинг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CTA: ‘Подберу 3 варианта за 24 часа’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16_185_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819656"/>
            <a:ext cx="640080" cy="3904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15819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Канал 2 — Партнерства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84248"/>
            <a:ext cx="3200400" cy="3977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Сообщества/школы/кураторы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Формат: пост/вебинар + промо‑код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CTA: заявка на подбор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245_158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1819656"/>
            <a:ext cx="640080" cy="39044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75320" y="158191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Канал 3 — Контент (тест)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84248"/>
            <a:ext cx="3154680" cy="3977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1 статья + чек‑лист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Меряем клики/заявки (UTM)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CTA: ‘подбор за 24 часа’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5 — Скрипт контакта и критерии отбора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408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Кого отбираем (кому пишем)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4983480" cy="4160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Веб‑студии РФ 5–30 человек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Типовые проекты для МСБ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Виден стек (JS/TS) и кейсы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Есть признаки срочности (посты/вакансии)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325880"/>
            <a:ext cx="54406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16_185_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728216"/>
            <a:ext cx="640080" cy="408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149047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Скрипт (Telegram, 5–7 строк)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92808"/>
            <a:ext cx="5120640" cy="4160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1) Привет! Делаю сервис для ускорения типовых MVP.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2) Маркетплейс кодовых баз + AI‑аудит (техпаспорт).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3) Подбираем 2–3 варианта под ваш типовой проект.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4) Задам 2 вопроса (тип+стек) и пришлю 3 варианта за 24 часа?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5) Если не актуально — кто у вас отвечает за сроки/архитектуру?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6 — Воронка и метрики (AARRR‑логика)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408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Воронка (7 шагов)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5166360" cy="4160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1) Контакт/показ → доставлено сообщений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2) Ответ/интерес → reply rate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3) Переход → клики (UTM)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4) Заявка → CR лендинга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5) Активация → подбор ≤24ч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6) Первый успех → заявка→созвон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7) Пилот/депозит → созвон→пилот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16_185_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728216"/>
            <a:ext cx="640080" cy="1527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149047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NSM и Time‑to‑Value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8"/>
            <a:ext cx="493776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NSM: # успешных матчей (3 кандидата + подтверждение релевантности)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TTV: ≤24 часа до 3 вариантов + техпаспорта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245_158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197096"/>
            <a:ext cx="640080" cy="16184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92240" y="395935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Целевые значения (гипотезы)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61688"/>
            <a:ext cx="4937760" cy="1691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Replies ≥15%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CR лендинга ≥3%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Заявка→созвон ≥30%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Созвон→пилот ≥10%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7 — План экспериментов (1–2 недели)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16_185_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1024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E1: A/B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32004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Что: скорость vs риск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Меряем: ответы, заявки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Успех: +30% заявок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245_158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728216"/>
            <a:ext cx="640080" cy="1024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1490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E2: 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92808"/>
            <a:ext cx="32004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Что: ‘подбор 24ч’ vs ‘демо/аудит’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Меряем: CR лендинга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Успех: CR ≥3%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37_99_2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1728216"/>
            <a:ext cx="640080" cy="10241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75320" y="149047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E3: Канал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92808"/>
            <a:ext cx="315468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Что: 100 ЛС vs 1 пост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Меряем: CPL, созвоны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Успех: CPL −30%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429000"/>
          <a:ext cx="108813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Эксперимент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Что меняем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Метрики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Критерий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27"/>
                          </a:solidFill>
                        </a:rPr>
                        <a:t>Срок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Message A/B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Reply,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+30% заявок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4–5 дн.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CR, заявки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CR ≥3%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3–4 дн.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Канал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CPL, созвоны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CPL −30%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B5563"/>
                          </a:solidFill>
                        </a:rPr>
                        <a:t>7 дн.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0116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Шаг 8 — Итоговый пакет и критерии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01168"/>
            <a:ext cx="13258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Шаг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5321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low_37_99_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28216"/>
            <a:ext cx="640080" cy="408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49047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Пакет материалов (к запуску)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5212080" cy="4160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TOP‑3 гипотезы + критерии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МБП: лендинг + форма + concierge‑подбор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Message A/B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Каналы + скрипт + критерии отбора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Воронка + метрики + NSM + TTV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Таблица экспериментов на 1–2 недели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ow_16_185_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728216"/>
            <a:ext cx="640080" cy="1618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14904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Критерии успеха цикла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92808"/>
            <a:ext cx="4892040" cy="1691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≥1 платный пилот/депозит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или ≥2 ‘готов платить при условиях X’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+ CR лендинга ≥3%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862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low_245_158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4288536"/>
            <a:ext cx="640080" cy="1527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7960" y="405079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</a:defRPr>
            </a:pPr>
            <a:r>
              <a:t>Что делаем, если не взлетает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453128"/>
            <a:ext cx="489204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Мало заявок → меняем message/CTA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Нет доверия → усиливаем техпаспорт/кейсы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sz="1400" b="0" i="0">
                <a:latin typeface="Calibri"/>
              </a:rPr>
              <a:t>Нет оплаты → корректируем пакет/цену/сегмент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1115</Words>
  <Application>Microsoft Office PowerPoint</Application>
  <PresentationFormat>Экран (4:3)</PresentationFormat>
  <Paragraphs>161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Артём</dc:creator>
  <cp:keywords/>
  <dc:description>generated using python-pptx</dc:description>
  <cp:lastModifiedBy>Артём Кан</cp:lastModifiedBy>
  <cp:revision>1</cp:revision>
  <dcterms:created xsi:type="dcterms:W3CDTF">2013-01-27T09:14:16Z</dcterms:created>
  <dcterms:modified xsi:type="dcterms:W3CDTF">2026-04-21T13:54:54Z</dcterms:modified>
  <cp:category/>
</cp:coreProperties>
</file>